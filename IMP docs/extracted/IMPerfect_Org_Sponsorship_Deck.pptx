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8E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</a:t>
            </a:r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PERFECT ORG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6576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 PARTNERSHIP DECK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Esports  ·  League of Legends  ·  Overwatch  ·  Marvel Rivals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480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WE 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1097280" cy="54864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32918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651760" cy="54864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Partially launched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fast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51760" cy="32918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188720"/>
            <a:ext cx="2651760" cy="54864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325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7373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429000" y="27432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 · Overwatch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Marvel Rivals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651760" cy="32918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188720"/>
            <a:ext cx="2651760" cy="54864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325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17373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355080" y="27432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excellence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community growth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TITLES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1097280" cy="54864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33832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651760" cy="54864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LEAGUE OF LEGENDS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MOBA · Strategy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 world's most-watched esports titles with a massive global fanbase and active regional scene.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51760" cy="33832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188720"/>
            <a:ext cx="2651760" cy="54864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371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OVERWATCH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FPS · Hero Shooter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242316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Blizzard's flagship hero shooter with strong competitive infrastructure and a loyal streaming audience.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651760" cy="33832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188720"/>
            <a:ext cx="2651760" cy="54864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371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MARVEL RIVALS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Shooter · Action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242316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Marvel's explosive new team shooter — rapidly growing player base and a prime opportunity for early brand positioning.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AUDIENCE &amp; REACH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1097280" cy="54864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20116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E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18–28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AUDIENCE 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engaged gaming demographic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20116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2801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E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5K+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29184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DISCORD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community members by Month 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651760" cy="20116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2801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E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10K+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1792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FOLLOWERS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target by end of Q3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WE'RE ACTIVE 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260604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7490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 / 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3749040"/>
            <a:ext cx="260604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7490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3749040"/>
            <a:ext cx="260604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37490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297680"/>
            <a:ext cx="260604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976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0" y="4297680"/>
            <a:ext cx="260604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42976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Twitch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4297680"/>
            <a:ext cx="260604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42976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PARTNERSHIP TIERS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1097280" cy="54864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2834640" cy="37490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2834640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ASSOCIATE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 / Free Product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on team social posts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 shoutout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712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placement in content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552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branded posts/month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143000"/>
            <a:ext cx="2834640" cy="37490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143000"/>
            <a:ext cx="2834640" cy="6400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280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1691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$250–$500 / month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103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Jersey logo placement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4871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overlay branding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8712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branded posts/month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2552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coverage mention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6393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performance report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1143000"/>
            <a:ext cx="2834640" cy="3749040"/>
          </a:xfrm>
          <a:prstGeom prst="rect">
            <a:avLst/>
          </a:prstGeom>
          <a:solidFill>
            <a:srgbClr val="2A2A00"/>
          </a:solidFill>
          <a:ln w="12700">
            <a:solidFill>
              <a:srgbClr val="C8E4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1143000"/>
            <a:ext cx="2834640" cy="64008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1280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TITLE SPONSOR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35040" y="1691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$750+ / month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2103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jersey logo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24871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rights to a team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28712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Exclusive content series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32552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co-branding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36393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branded posts/month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40233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strategy call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PARTNER WITH 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1097280" cy="54864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4206240" cy="150876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640080" cy="1508760"/>
          </a:xfrm>
          <a:prstGeom prst="rect">
            <a:avLst/>
          </a:prstGeom>
          <a:solidFill>
            <a:srgbClr val="222200"/>
          </a:solidFill>
          <a:ln w="12700">
            <a:solidFill>
              <a:srgbClr val="333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640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E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Early mover advantage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69164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at ground level with an org that's building momentum now — before prices rise.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143000"/>
            <a:ext cx="4206240" cy="150876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143000"/>
            <a:ext cx="640080" cy="1508760"/>
          </a:xfrm>
          <a:prstGeom prst="rect">
            <a:avLst/>
          </a:prstGeom>
          <a:solidFill>
            <a:srgbClr val="222200"/>
          </a:solidFill>
          <a:ln w="12700">
            <a:solidFill>
              <a:srgbClr val="333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43000"/>
            <a:ext cx="640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E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7784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Hyper-engaged audience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169164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Esports fans are 4x more likely to purchase from sponsors they see in the gaming ecosystem.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206240" cy="150876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926080"/>
            <a:ext cx="640080" cy="1508760"/>
          </a:xfrm>
          <a:prstGeom prst="rect">
            <a:avLst/>
          </a:prstGeom>
          <a:solidFill>
            <a:srgbClr val="222200"/>
          </a:solidFill>
          <a:ln w="12700">
            <a:solidFill>
              <a:srgbClr val="333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26080"/>
            <a:ext cx="640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E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3063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Multi-platform exposure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4747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 reaches audiences across streaming, social media, Discord, and live events.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926080"/>
            <a:ext cx="4206240" cy="150876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926080"/>
            <a:ext cx="640080" cy="1508760"/>
          </a:xfrm>
          <a:prstGeom prst="rect">
            <a:avLst/>
          </a:prstGeom>
          <a:solidFill>
            <a:srgbClr val="222200"/>
          </a:solidFill>
          <a:ln w="12700">
            <a:solidFill>
              <a:srgbClr val="333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926080"/>
            <a:ext cx="640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E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77840" y="3063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 &amp; regional impact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34747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authentic ties with the Puerto Rico &amp; regional gaming community — a passionate &amp; underserved market.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SOMETHING TOGETHER.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2606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get your brand in front of a passionate, growing esports community?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0"/>
            <a:ext cx="8412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C8E4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3200400"/>
            <a:ext cx="8412480" cy="64008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TOUCH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sponsorships@imperfectorg.gg</a:t>
            </a:r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|    </a:t>
            </a:r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imperfect-sage.vercel.app/en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Twitter/X: </a:t>
            </a:r>
            <a:pPr indent="0" marL="0">
              <a:buNone/>
            </a:pPr>
            <a:r>
              <a:rPr lang="en-US" sz="1200" b="1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@IMPerfectOrg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|    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Discord: </a:t>
            </a:r>
            <a:pPr indent="0" marL="0">
              <a:buNone/>
            </a:pPr>
            <a:r>
              <a:rPr lang="en-US" sz="1200" b="1" dirty="0">
                <a:solidFill>
                  <a:srgbClr val="C8E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discord.gg/imperfectorg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8E400"/>
          </a:solidFill>
          <a:ln w="12700">
            <a:solidFill>
              <a:srgbClr val="C8E4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IMPerfect Org — Sponsorship Deck</dc:title>
  <dc:subject>PptxGenJS Presentation</dc:subject>
  <dc:creator>PptxGenJS</dc:creator>
  <cp:lastModifiedBy>PptxGenJS</cp:lastModifiedBy>
  <cp:revision>1</cp:revision>
  <dcterms:created xsi:type="dcterms:W3CDTF">2026-03-25T22:22:36Z</dcterms:created>
  <dcterms:modified xsi:type="dcterms:W3CDTF">2026-03-25T22:22:36Z</dcterms:modified>
</cp:coreProperties>
</file>